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Sun's gravity is what holds the entire Solar System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Mercury has almost no atmosphere, so its surface temperature swings hundreds of degrees between day and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Venus's thick carbon dioxide atmosphere traps heat through a runaway greenhouse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Earth's single large moon helps stabilize its axial tilt, which keeps seasons relatively steady.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Olympus Mons is about three times the height of Mount Everest.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Great Red Spot has been observed for at least 350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Solar System has eight planets orbiting the Sun.</a:t>
            </a:r>
          </a:p>
          <a:p>
            <a:r>
              <a:t>The Sun contains about 99.8% of the Solar System's total mass.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Mercury is the smallest planet and the closest to the Sun.</a:t>
            </a:r>
          </a:p>
          <a:p>
            <a:r>
              <a:t>A year on Mercury lasts only 88 Earth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Venus is the hottest planet in the Solar System.</a:t>
            </a:r>
          </a:p>
          <a:p>
            <a:r>
              <a:t>Venus rotates in the opposite direction to most other planets.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 is the only known planet with liquid water on its surface.</a:t>
            </a:r>
          </a:p>
          <a:p>
            <a:r>
              <a:t>Earth's atmosphere is about 78% nitrogen and 21% oxygen.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Mars is known as the Red Planet because of iron oxide on its surface.</a:t>
            </a:r>
          </a:p>
          <a:p>
            <a:r>
              <a:t>Mars has the largest volcano in the Solar System, Olympus Mons.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Jupiter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Jupiter is the largest planet in the Solar System.</a:t>
            </a:r>
          </a:p>
          <a:p>
            <a:r>
              <a:t>Jupiter's Great Red Spot is a giant storm larger than Earth.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